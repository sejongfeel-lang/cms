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에듀토크" id="{7203be3b-a881-ab3a-025c-ef4253e8590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[4Q] Items통합에서 담당자가 최세종인 아이템(에듀토크)만 정리. 협업 업무(주제 기획·패널: 홍혜숙/석다혜, 광고 소재·특전 제작: 최유나, 비주얼: 공혜영)는 일정 의존 관계로만 언급. 예산 금액은 시트에 없어 회의 전 기입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에듀토크 (이병훈TV 라이브)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겨울학기 모객 실행 방향 · 담당 최세종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256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10/7(수) 대회의실 · 방송 D-Day 11/4(수)</a:t>
            </a:r>
            <a:endParaRPr lang="en-US" sz="900" dirty="0"/>
          </a:p>
        </p:txBody>
      </p:sp>
      <p:sp>
        <p:nvSpPr>
          <p:cNvPr id="4" name="card-왜 하나"/>
          <p:cNvSpPr/>
          <p:nvPr/>
        </p:nvSpPr>
        <p:spPr>
          <a:xfrm>
            <a:off x="365760" y="868680"/>
            <a:ext cx="2471928" cy="1298448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왜 하나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겨울학기 모객의 첫 대규모 학부모 접점. 이병훈TV의 도달력·신뢰도로 입시 관심 학부모 DB를 온라인에서 한 번에 확보하고, 인뎁스 세미나·체험수업·입학테스트로 이어지는 퍼널의 입구를 만든다.</a:t>
            </a:r>
            <a:endParaRPr lang="en-US" sz="900" dirty="0"/>
          </a:p>
        </p:txBody>
      </p:sp>
      <p:sp>
        <p:nvSpPr>
          <p:cNvPr id="8" name="card-누구에게"/>
          <p:cNvSpPr/>
          <p:nvPr/>
        </p:nvSpPr>
        <p:spPr>
          <a:xfrm>
            <a:off x="2947416" y="868680"/>
            <a:ext cx="2471928" cy="1298448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2947416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38856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누구에게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57144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입시·진학 정보에 관심 있는 학부모 (세부 타깃은 주제·패널 확정 후 확정, 홍혜숙·석다혜 10/6). 이병훈TV 시청자 + 제휴학원(기존 입시 실적) + 광고 채널 유입.</a:t>
            </a:r>
            <a:endParaRPr lang="en-US" sz="900" dirty="0"/>
          </a:p>
        </p:txBody>
      </p:sp>
      <p:sp>
        <p:nvSpPr>
          <p:cNvPr id="12" name="card-어떻게"/>
          <p:cNvSpPr/>
          <p:nvPr/>
        </p:nvSpPr>
        <p:spPr>
          <a:xfrm>
            <a:off x="5529072" y="868680"/>
            <a:ext cx="2471928" cy="1298448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5529072" y="868680"/>
            <a:ext cx="2471928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20512" y="868680"/>
            <a:ext cx="228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어떻게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38800" y="1252728"/>
            <a:ext cx="2252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11/4 이병훈TV 라이브 방송 · 랜딩 웹앱에서 신청(설문 + 특전) · DM 2회(D-14 예열, D-7 리마인드, 알림톡 분할 발송) · 방송 중 라이브 채팅 실시간 대응.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모객 연결 흐름</a:t>
            </a:r>
            <a:endParaRPr lang="en-US" sz="1050" dirty="0"/>
          </a:p>
        </p:txBody>
      </p:sp>
      <p:sp>
        <p:nvSpPr>
          <p:cNvPr id="17" name="step-홍보 채널·제휴"/>
          <p:cNvSpPr/>
          <p:nvPr/>
        </p:nvSpPr>
        <p:spPr>
          <a:xfrm>
            <a:off x="365760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홍보 채널·제휴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10/5~ 채널 확정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제휴학원 공동 홍보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55420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tep-랜딩 신청"/>
          <p:cNvSpPr/>
          <p:nvPr/>
        </p:nvSpPr>
        <p:spPr>
          <a:xfrm>
            <a:off x="1674876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766316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랜딩 신청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10/21 오픈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설문+특전 → DB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764536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tep-DM 예열"/>
          <p:cNvSpPr/>
          <p:nvPr/>
        </p:nvSpPr>
        <p:spPr>
          <a:xfrm>
            <a:off x="2983992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75432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DM 예열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D-14 (10/21)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D-7 (10/28)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073652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tep-11/4 라이브"/>
          <p:cNvSpPr/>
          <p:nvPr/>
        </p:nvSpPr>
        <p:spPr>
          <a:xfrm>
            <a:off x="4293108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84548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11/4 라이브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이병훈TV 방송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채팅 실시간 대응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82768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tep-후속 알림톡"/>
          <p:cNvSpPr/>
          <p:nvPr/>
        </p:nvSpPr>
        <p:spPr>
          <a:xfrm>
            <a:off x="5602224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93664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후속 알림톡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방송 후 인뎁스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·체험수업 안내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691884" y="2596896"/>
            <a:ext cx="219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tep-입테·등록"/>
          <p:cNvSpPr/>
          <p:nvPr/>
        </p:nvSpPr>
        <p:spPr>
          <a:xfrm>
            <a:off x="6911340" y="2596896"/>
            <a:ext cx="1089660" cy="786384"/>
          </a:xfrm>
          <a:prstGeom prst="roundRect">
            <a:avLst>
              <a:gd name="adj" fmla="val 6977"/>
            </a:avLst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002780" y="2596896"/>
            <a:ext cx="9067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입테·등록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12월 2주 입테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→ 겨울학기 등록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3886200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54787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주요 일정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최세종 담당 업무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13632"/>
          <a:ext cx="38862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788920"/>
                <a:gridCol w="594360"/>
              </a:tblGrid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채널 확정 (제휴실행안·제휴학원 체크)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특전 설정 (주제 확정 후 컨셉 결정)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페이지 웹앱 구성 기획 (+최유나)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 채팅 대응방안 기획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설문 설계 · DM 발송 문안 개발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페이지 웹앱 개발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릴리즈 · DM 1차 발송 (D-14)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 2차 리마인드 (D-7)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방송 D-Day · 라이브 채팅 대응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389120" y="3547872"/>
            <a:ext cx="3611880" cy="310896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480560" y="35478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예상 예산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금액은 회의 전 기입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3913632"/>
          <a:ext cx="36118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8229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금액(만원)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3D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특전 개발·제작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 연계 특전 (최유나 10/16)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채널 광고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광고 소재·집행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 홍보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제휴학원 공동 홍보 (제휴실행안)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DM·알림톡 발송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D-14 / D-7, 분할 발송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방송·패널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이병훈TV 송출·패널 (조율 중)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웹앱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개발 (최세종)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proposal-panel"/>
          <p:cNvSpPr/>
          <p:nvPr/>
        </p:nvSpPr>
        <p:spPr>
          <a:xfrm>
            <a:off x="8156448" y="868680"/>
            <a:ext cx="3666744" cy="4892040"/>
          </a:xfrm>
          <a:prstGeom prst="roundRect">
            <a:avLst>
              <a:gd name="adj" fmla="val 1496"/>
            </a:avLst>
          </a:prstGeom>
          <a:solidFill>
            <a:schemeClr val="tx2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293608" y="8686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✚ 추가 제안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  12월 모객 로드맵 적용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8293608" y="1325880"/>
            <a:ext cx="33924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A. 리마인더 확대로 미시청 방지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D-14·D-7에 D-1·당일 알림톡 추가 → 신청 후 미시청(노쇼) 최소화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B. 설문 기반 우선순위 상담콜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설문 관심도로 신청자 스코어링 → 방송 후 24~48h 골든타임에 상위 리드부터 상담콜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C. 관심사별 후속 알림톡 분기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설문의 학년·관심 프로그램에 따라 인뎁스 세미나 / FIT / MATHMILE 체험수업으로 나눠 안내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D. 다시보기·하이라이트 숏폼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미시청자 재접촉용 다시보기 링크 + 하이라이트를 메타·당근 광고 소재로 재활용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E. 입테 통합 퍼널·CRM 연결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에듀토크 DB를 신청→시청→인뎁스·체험→입테→등록까지 추적해 단계별 전환율 측정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F. 라이브 채팅 질문 FAQ화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3EE"/>
                </a:solidFill>
              </a:rPr>
              <a:t>채팅 질문을 학부모 FAQ·상담 스크립트·후속 콘텐츠로 정리 (Montelena 여론 데이터와 결합)</a:t>
            </a:r>
            <a:endParaRPr lang="en-US" sz="900" dirty="0"/>
          </a:p>
        </p:txBody>
      </p:sp>
      <p:sp>
        <p:nvSpPr>
          <p:cNvPr id="43" name="decisions"/>
          <p:cNvSpPr/>
          <p:nvPr/>
        </p:nvSpPr>
        <p:spPr>
          <a:xfrm>
            <a:off x="365760" y="5888736"/>
            <a:ext cx="11457432" cy="548640"/>
          </a:xfrm>
          <a:prstGeom prst="roundRect">
            <a:avLst>
              <a:gd name="adj" fmla="val 10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02920" y="58887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회의 결정 필요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1691640" y="588873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① 이병훈TV 컨셉 대표님 보고·조율 결과   ② 주제·패널 확정 → 특전 컨셉(10/8)   ③ 홍보 채널·제휴학원 범위   ④ 당근마켓 홍보 품의 에듀토크 통합 여부   ⑤ 알림톡 분할 발송 기준·템플릿 심사 일정   ⑥ 성과 목표(신청·시청·입테 전환)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CMS MKT | 2026 4Q · [4Q] Items통합 B~H열 에듀토크(10/6 기준) / 12월 모객 로드맵(9/9, Claude Code 작업) · D-7 리마인드일(10/28)은 방송일 기준 산출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S Winter">
  <a:themeElements>
    <a:clrScheme name="CMS Winter">
      <a:dk1>
        <a:srgbClr val="1B2130"/>
      </a:dk1>
      <a:lt1>
        <a:srgbClr val="FFFFFF"/>
      </a:lt1>
      <a:dk2>
        <a:srgbClr val="1F2A44"/>
      </a:dk2>
      <a:lt2>
        <a:srgbClr val="EEF1F5"/>
      </a:lt2>
      <a:accent1>
        <a:srgbClr val="2A7A72"/>
      </a:accent1>
      <a:accent2>
        <a:srgbClr val="A8640F"/>
      </a:accent2>
      <a:accent3>
        <a:srgbClr val="8A3F5C"/>
      </a:accent3>
      <a:accent4>
        <a:srgbClr val="3C5A91"/>
      </a:accent4>
      <a:accent5>
        <a:srgbClr val="5B6472"/>
      </a:accent5>
      <a:accent6>
        <a:srgbClr val="C8553D"/>
      </a:accent6>
      <a:hlink>
        <a:srgbClr val="3C5A91"/>
      </a:hlink>
      <a:folHlink>
        <a:srgbClr val="8A3F5C"/>
      </a:folHlink>
    </a:clrScheme>
    <a:fontScheme name="CMS Wint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에듀토크 겨울학기 모객 실행안</dc:title>
  <dc:subject>PptxGenJS Presentation</dc:subject>
  <dc:creator>PptxGenJS</dc:creator>
  <cp:lastModifiedBy>PptxGenJS</cp:lastModifiedBy>
  <cp:revision>1</cp:revision>
  <dcterms:created xsi:type="dcterms:W3CDTF">2026-10-06T08:51:05Z</dcterms:created>
  <dcterms:modified xsi:type="dcterms:W3CDTF">2026-10-06T08:51:05Z</dcterms:modified>
</cp:coreProperties>
</file>